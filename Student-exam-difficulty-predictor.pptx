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BAA316-E6FD-477C-BA8B-74EC4C5AD1CD}" v="58" dt="2026-05-03T17:56:02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>
        <p:scale>
          <a:sx n="75" d="100"/>
          <a:sy n="75" d="100"/>
        </p:scale>
        <p:origin x="974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darthi Kavya" userId="85dfc6af356ffd56" providerId="LiveId" clId="{AE73E790-DA06-44F1-8096-C34C534AA56F}"/>
    <pc:docChg chg="undo custSel modSld">
      <pc:chgData name="Padarthi Kavya" userId="85dfc6af356ffd56" providerId="LiveId" clId="{AE73E790-DA06-44F1-8096-C34C534AA56F}" dt="2026-05-03T18:08:02.881" v="164" actId="1076"/>
      <pc:docMkLst>
        <pc:docMk/>
      </pc:docMkLst>
      <pc:sldChg chg="modSp mod">
        <pc:chgData name="Padarthi Kavya" userId="85dfc6af356ffd56" providerId="LiveId" clId="{AE73E790-DA06-44F1-8096-C34C534AA56F}" dt="2026-05-03T17:37:52.548" v="61" actId="255"/>
        <pc:sldMkLst>
          <pc:docMk/>
          <pc:sldMk cId="2885619134" sldId="256"/>
        </pc:sldMkLst>
        <pc:spChg chg="mod">
          <ac:chgData name="Padarthi Kavya" userId="85dfc6af356ffd56" providerId="LiveId" clId="{AE73E790-DA06-44F1-8096-C34C534AA56F}" dt="2026-05-03T17:37:22.202" v="58" actId="255"/>
          <ac:spMkLst>
            <pc:docMk/>
            <pc:sldMk cId="2885619134" sldId="256"/>
            <ac:spMk id="2" creationId="{6AC5E289-7E7D-A795-06E9-68DC7FD33BD5}"/>
          </ac:spMkLst>
        </pc:spChg>
        <pc:spChg chg="mod">
          <ac:chgData name="Padarthi Kavya" userId="85dfc6af356ffd56" providerId="LiveId" clId="{AE73E790-DA06-44F1-8096-C34C534AA56F}" dt="2026-05-03T17:37:29.457" v="59" actId="255"/>
          <ac:spMkLst>
            <pc:docMk/>
            <pc:sldMk cId="2885619134" sldId="256"/>
            <ac:spMk id="3" creationId="{8247B666-2AC6-92C5-19A2-A5604FD2B501}"/>
          </ac:spMkLst>
        </pc:spChg>
        <pc:spChg chg="mod">
          <ac:chgData name="Padarthi Kavya" userId="85dfc6af356ffd56" providerId="LiveId" clId="{AE73E790-DA06-44F1-8096-C34C534AA56F}" dt="2026-05-03T17:37:36.849" v="60" actId="255"/>
          <ac:spMkLst>
            <pc:docMk/>
            <pc:sldMk cId="2885619134" sldId="256"/>
            <ac:spMk id="5" creationId="{2DF9292F-3F5D-A68E-D920-472AA85BCBF0}"/>
          </ac:spMkLst>
        </pc:spChg>
        <pc:spChg chg="mod">
          <ac:chgData name="Padarthi Kavya" userId="85dfc6af356ffd56" providerId="LiveId" clId="{AE73E790-DA06-44F1-8096-C34C534AA56F}" dt="2026-05-03T17:37:52.548" v="61" actId="255"/>
          <ac:spMkLst>
            <pc:docMk/>
            <pc:sldMk cId="2885619134" sldId="256"/>
            <ac:spMk id="6" creationId="{AC1A9FE6-6282-0945-27AE-498F54F12619}"/>
          </ac:spMkLst>
        </pc:spChg>
        <pc:picChg chg="mod">
          <ac:chgData name="Padarthi Kavya" userId="85dfc6af356ffd56" providerId="LiveId" clId="{AE73E790-DA06-44F1-8096-C34C534AA56F}" dt="2026-05-03T17:32:03.786" v="31" actId="14100"/>
          <ac:picMkLst>
            <pc:docMk/>
            <pc:sldMk cId="2885619134" sldId="256"/>
            <ac:picMk id="4" creationId="{493A550F-554F-CF93-A18C-7357A3C63A8E}"/>
          </ac:picMkLst>
        </pc:picChg>
      </pc:sldChg>
      <pc:sldChg chg="modSp mod">
        <pc:chgData name="Padarthi Kavya" userId="85dfc6af356ffd56" providerId="LiveId" clId="{AE73E790-DA06-44F1-8096-C34C534AA56F}" dt="2026-05-03T17:40:29.283" v="79" actId="1076"/>
        <pc:sldMkLst>
          <pc:docMk/>
          <pc:sldMk cId="2917386211" sldId="258"/>
        </pc:sldMkLst>
        <pc:spChg chg="mod">
          <ac:chgData name="Padarthi Kavya" userId="85dfc6af356ffd56" providerId="LiveId" clId="{AE73E790-DA06-44F1-8096-C34C534AA56F}" dt="2026-05-03T17:34:05.706" v="43" actId="1076"/>
          <ac:spMkLst>
            <pc:docMk/>
            <pc:sldMk cId="2917386211" sldId="258"/>
            <ac:spMk id="2" creationId="{597A48B7-928D-7F89-29D9-75B9DF90AF9C}"/>
          </ac:spMkLst>
        </pc:spChg>
        <pc:spChg chg="mod">
          <ac:chgData name="Padarthi Kavya" userId="85dfc6af356ffd56" providerId="LiveId" clId="{AE73E790-DA06-44F1-8096-C34C534AA56F}" dt="2026-05-03T17:40:29.283" v="79" actId="1076"/>
          <ac:spMkLst>
            <pc:docMk/>
            <pc:sldMk cId="2917386211" sldId="258"/>
            <ac:spMk id="4" creationId="{70B2D574-97BE-A3B2-1317-997CF537294C}"/>
          </ac:spMkLst>
        </pc:spChg>
      </pc:sldChg>
      <pc:sldChg chg="modSp mod">
        <pc:chgData name="Padarthi Kavya" userId="85dfc6af356ffd56" providerId="LiveId" clId="{AE73E790-DA06-44F1-8096-C34C534AA56F}" dt="2026-05-03T17:36:18.729" v="57" actId="14100"/>
        <pc:sldMkLst>
          <pc:docMk/>
          <pc:sldMk cId="3587837200" sldId="259"/>
        </pc:sldMkLst>
        <pc:spChg chg="mod">
          <ac:chgData name="Padarthi Kavya" userId="85dfc6af356ffd56" providerId="LiveId" clId="{AE73E790-DA06-44F1-8096-C34C534AA56F}" dt="2026-05-03T17:36:18.729" v="57" actId="14100"/>
          <ac:spMkLst>
            <pc:docMk/>
            <pc:sldMk cId="3587837200" sldId="259"/>
            <ac:spMk id="2" creationId="{7A464003-5BA3-D2F3-D74E-9C718CDB8AAA}"/>
          </ac:spMkLst>
        </pc:spChg>
        <pc:spChg chg="mod">
          <ac:chgData name="Padarthi Kavya" userId="85dfc6af356ffd56" providerId="LiveId" clId="{AE73E790-DA06-44F1-8096-C34C534AA56F}" dt="2026-05-03T17:36:08.508" v="56" actId="255"/>
          <ac:spMkLst>
            <pc:docMk/>
            <pc:sldMk cId="3587837200" sldId="259"/>
            <ac:spMk id="3" creationId="{6DDC2E39-D5CB-07AB-131E-8A74DA874141}"/>
          </ac:spMkLst>
        </pc:spChg>
      </pc:sldChg>
      <pc:sldChg chg="modSp mod">
        <pc:chgData name="Padarthi Kavya" userId="85dfc6af356ffd56" providerId="LiveId" clId="{AE73E790-DA06-44F1-8096-C34C534AA56F}" dt="2026-05-03T17:56:02.607" v="150" actId="14100"/>
        <pc:sldMkLst>
          <pc:docMk/>
          <pc:sldMk cId="1521256897" sldId="260"/>
        </pc:sldMkLst>
        <pc:spChg chg="mod">
          <ac:chgData name="Padarthi Kavya" userId="85dfc6af356ffd56" providerId="LiveId" clId="{AE73E790-DA06-44F1-8096-C34C534AA56F}" dt="2026-05-03T17:55:47.437" v="149" actId="14100"/>
          <ac:spMkLst>
            <pc:docMk/>
            <pc:sldMk cId="1521256897" sldId="260"/>
            <ac:spMk id="2" creationId="{360D2B07-15BF-D68F-29BC-F3C8729BC980}"/>
          </ac:spMkLst>
        </pc:spChg>
        <pc:spChg chg="mod">
          <ac:chgData name="Padarthi Kavya" userId="85dfc6af356ffd56" providerId="LiveId" clId="{AE73E790-DA06-44F1-8096-C34C534AA56F}" dt="2026-05-03T17:56:02.607" v="150" actId="14100"/>
          <ac:spMkLst>
            <pc:docMk/>
            <pc:sldMk cId="1521256897" sldId="260"/>
            <ac:spMk id="3" creationId="{10BDE552-C29F-8FB0-BA74-B17776831C2C}"/>
          </ac:spMkLst>
        </pc:spChg>
      </pc:sldChg>
      <pc:sldChg chg="modSp mod">
        <pc:chgData name="Padarthi Kavya" userId="85dfc6af356ffd56" providerId="LiveId" clId="{AE73E790-DA06-44F1-8096-C34C534AA56F}" dt="2026-05-03T17:49:13.268" v="118" actId="1076"/>
        <pc:sldMkLst>
          <pc:docMk/>
          <pc:sldMk cId="1417212848" sldId="261"/>
        </pc:sldMkLst>
        <pc:spChg chg="mod">
          <ac:chgData name="Padarthi Kavya" userId="85dfc6af356ffd56" providerId="LiveId" clId="{AE73E790-DA06-44F1-8096-C34C534AA56F}" dt="2026-05-03T17:49:13.268" v="118" actId="1076"/>
          <ac:spMkLst>
            <pc:docMk/>
            <pc:sldMk cId="1417212848" sldId="261"/>
            <ac:spMk id="2" creationId="{9EA72D70-8DBA-09C2-1B6B-E6E0FA611DEF}"/>
          </ac:spMkLst>
        </pc:spChg>
        <pc:spChg chg="mod">
          <ac:chgData name="Padarthi Kavya" userId="85dfc6af356ffd56" providerId="LiveId" clId="{AE73E790-DA06-44F1-8096-C34C534AA56F}" dt="2026-05-03T17:48:49.530" v="117" actId="14100"/>
          <ac:spMkLst>
            <pc:docMk/>
            <pc:sldMk cId="1417212848" sldId="261"/>
            <ac:spMk id="3" creationId="{7492E3F1-5A2A-E75A-A347-BFD409FB799E}"/>
          </ac:spMkLst>
        </pc:spChg>
      </pc:sldChg>
      <pc:sldChg chg="modSp mod">
        <pc:chgData name="Padarthi Kavya" userId="85dfc6af356ffd56" providerId="LiveId" clId="{AE73E790-DA06-44F1-8096-C34C534AA56F}" dt="2026-05-03T17:52:21.100" v="124" actId="255"/>
        <pc:sldMkLst>
          <pc:docMk/>
          <pc:sldMk cId="924246470" sldId="262"/>
        </pc:sldMkLst>
        <pc:spChg chg="mod">
          <ac:chgData name="Padarthi Kavya" userId="85dfc6af356ffd56" providerId="LiveId" clId="{AE73E790-DA06-44F1-8096-C34C534AA56F}" dt="2026-05-03T17:52:21.100" v="124" actId="255"/>
          <ac:spMkLst>
            <pc:docMk/>
            <pc:sldMk cId="924246470" sldId="262"/>
            <ac:spMk id="2" creationId="{5ABF9760-7617-152B-2D72-B6A4A12300D3}"/>
          </ac:spMkLst>
        </pc:spChg>
        <pc:picChg chg="mod">
          <ac:chgData name="Padarthi Kavya" userId="85dfc6af356ffd56" providerId="LiveId" clId="{AE73E790-DA06-44F1-8096-C34C534AA56F}" dt="2026-04-26T18:08:25.525" v="0" actId="1076"/>
          <ac:picMkLst>
            <pc:docMk/>
            <pc:sldMk cId="924246470" sldId="262"/>
            <ac:picMk id="4" creationId="{94C8351D-0FBB-808A-5D9D-829A6773B827}"/>
          </ac:picMkLst>
        </pc:picChg>
      </pc:sldChg>
      <pc:sldChg chg="modSp mod">
        <pc:chgData name="Padarthi Kavya" userId="85dfc6af356ffd56" providerId="LiveId" clId="{AE73E790-DA06-44F1-8096-C34C534AA56F}" dt="2026-05-03T17:53:24.624" v="130" actId="1076"/>
        <pc:sldMkLst>
          <pc:docMk/>
          <pc:sldMk cId="866033662" sldId="263"/>
        </pc:sldMkLst>
        <pc:spChg chg="mod">
          <ac:chgData name="Padarthi Kavya" userId="85dfc6af356ffd56" providerId="LiveId" clId="{AE73E790-DA06-44F1-8096-C34C534AA56F}" dt="2026-05-03T17:52:28.987" v="125" actId="113"/>
          <ac:spMkLst>
            <pc:docMk/>
            <pc:sldMk cId="866033662" sldId="263"/>
            <ac:spMk id="2" creationId="{46468352-D828-D34B-4B74-D88D8B67274A}"/>
          </ac:spMkLst>
        </pc:spChg>
        <pc:spChg chg="mod">
          <ac:chgData name="Padarthi Kavya" userId="85dfc6af356ffd56" providerId="LiveId" clId="{AE73E790-DA06-44F1-8096-C34C534AA56F}" dt="2026-05-03T17:53:24.624" v="130" actId="1076"/>
          <ac:spMkLst>
            <pc:docMk/>
            <pc:sldMk cId="866033662" sldId="263"/>
            <ac:spMk id="6" creationId="{BF9BE8E6-A799-D511-C6F0-C29AA2E75DF2}"/>
          </ac:spMkLst>
        </pc:spChg>
        <pc:picChg chg="mod">
          <ac:chgData name="Padarthi Kavya" userId="85dfc6af356ffd56" providerId="LiveId" clId="{AE73E790-DA06-44F1-8096-C34C534AA56F}" dt="2026-05-03T17:53:14.303" v="129" actId="1076"/>
          <ac:picMkLst>
            <pc:docMk/>
            <pc:sldMk cId="866033662" sldId="263"/>
            <ac:picMk id="8" creationId="{CA843E1F-C10E-9BDD-B21B-36538A71C809}"/>
          </ac:picMkLst>
        </pc:picChg>
      </pc:sldChg>
      <pc:sldChg chg="modSp mod">
        <pc:chgData name="Padarthi Kavya" userId="85dfc6af356ffd56" providerId="LiveId" clId="{AE73E790-DA06-44F1-8096-C34C534AA56F}" dt="2026-05-03T17:57:10.103" v="156" actId="14100"/>
        <pc:sldMkLst>
          <pc:docMk/>
          <pc:sldMk cId="359157809" sldId="265"/>
        </pc:sldMkLst>
        <pc:spChg chg="mod">
          <ac:chgData name="Padarthi Kavya" userId="85dfc6af356ffd56" providerId="LiveId" clId="{AE73E790-DA06-44F1-8096-C34C534AA56F}" dt="2026-05-03T17:57:00.836" v="154" actId="14100"/>
          <ac:spMkLst>
            <pc:docMk/>
            <pc:sldMk cId="359157809" sldId="265"/>
            <ac:spMk id="2" creationId="{DD7E25BB-BEE9-C33E-3476-10BA0762B58A}"/>
          </ac:spMkLst>
        </pc:spChg>
        <pc:spChg chg="mod">
          <ac:chgData name="Padarthi Kavya" userId="85dfc6af356ffd56" providerId="LiveId" clId="{AE73E790-DA06-44F1-8096-C34C534AA56F}" dt="2026-05-03T17:57:04.773" v="155" actId="14100"/>
          <ac:spMkLst>
            <pc:docMk/>
            <pc:sldMk cId="359157809" sldId="265"/>
            <ac:spMk id="9" creationId="{FE2DC7A8-2D37-719D-4C38-83A977F0A7BB}"/>
          </ac:spMkLst>
        </pc:spChg>
        <pc:spChg chg="mod">
          <ac:chgData name="Padarthi Kavya" userId="85dfc6af356ffd56" providerId="LiveId" clId="{AE73E790-DA06-44F1-8096-C34C534AA56F}" dt="2026-05-03T17:55:08.751" v="143" actId="255"/>
          <ac:spMkLst>
            <pc:docMk/>
            <pc:sldMk cId="359157809" sldId="265"/>
            <ac:spMk id="13" creationId="{4033E2BF-584E-F21B-C0EF-2AC6D5E8BB40}"/>
          </ac:spMkLst>
        </pc:spChg>
        <pc:spChg chg="mod">
          <ac:chgData name="Padarthi Kavya" userId="85dfc6af356ffd56" providerId="LiveId" clId="{AE73E790-DA06-44F1-8096-C34C534AA56F}" dt="2026-05-03T17:57:10.103" v="156" actId="14100"/>
          <ac:spMkLst>
            <pc:docMk/>
            <pc:sldMk cId="359157809" sldId="265"/>
            <ac:spMk id="15" creationId="{71C06876-4236-B39D-6E7B-9EE511466448}"/>
          </ac:spMkLst>
        </pc:spChg>
        <pc:spChg chg="mod">
          <ac:chgData name="Padarthi Kavya" userId="85dfc6af356ffd56" providerId="LiveId" clId="{AE73E790-DA06-44F1-8096-C34C534AA56F}" dt="2026-05-03T17:55:29.959" v="148" actId="255"/>
          <ac:spMkLst>
            <pc:docMk/>
            <pc:sldMk cId="359157809" sldId="265"/>
            <ac:spMk id="17" creationId="{77D28454-C6A4-E810-112A-B540B4F78E2D}"/>
          </ac:spMkLst>
        </pc:spChg>
      </pc:sldChg>
      <pc:sldChg chg="modSp mod">
        <pc:chgData name="Padarthi Kavya" userId="85dfc6af356ffd56" providerId="LiveId" clId="{AE73E790-DA06-44F1-8096-C34C534AA56F}" dt="2026-05-03T18:08:02.881" v="164" actId="1076"/>
        <pc:sldMkLst>
          <pc:docMk/>
          <pc:sldMk cId="2714533100" sldId="266"/>
        </pc:sldMkLst>
        <pc:spChg chg="mod">
          <ac:chgData name="Padarthi Kavya" userId="85dfc6af356ffd56" providerId="LiveId" clId="{AE73E790-DA06-44F1-8096-C34C534AA56F}" dt="2026-05-03T18:08:02.881" v="164" actId="1076"/>
          <ac:spMkLst>
            <pc:docMk/>
            <pc:sldMk cId="2714533100" sldId="266"/>
            <ac:spMk id="2" creationId="{A67079A1-844E-71F9-FEAD-DF8412B639D4}"/>
          </ac:spMkLst>
        </pc:spChg>
        <pc:spChg chg="mod">
          <ac:chgData name="Padarthi Kavya" userId="85dfc6af356ffd56" providerId="LiveId" clId="{AE73E790-DA06-44F1-8096-C34C534AA56F}" dt="2026-05-03T18:07:52.509" v="163" actId="14100"/>
          <ac:spMkLst>
            <pc:docMk/>
            <pc:sldMk cId="2714533100" sldId="266"/>
            <ac:spMk id="4" creationId="{B1AC6CDD-022A-8EAB-632F-A261B49F7E6D}"/>
          </ac:spMkLst>
        </pc:spChg>
      </pc:sldChg>
      <pc:sldChg chg="modSp mod">
        <pc:chgData name="Padarthi Kavya" userId="85dfc6af356ffd56" providerId="LiveId" clId="{AE73E790-DA06-44F1-8096-C34C534AA56F}" dt="2026-05-03T17:57:26.879" v="157" actId="113"/>
        <pc:sldMkLst>
          <pc:docMk/>
          <pc:sldMk cId="836296815" sldId="267"/>
        </pc:sldMkLst>
        <pc:spChg chg="mod">
          <ac:chgData name="Padarthi Kavya" userId="85dfc6af356ffd56" providerId="LiveId" clId="{AE73E790-DA06-44F1-8096-C34C534AA56F}" dt="2026-05-03T17:57:26.879" v="157" actId="113"/>
          <ac:spMkLst>
            <pc:docMk/>
            <pc:sldMk cId="836296815" sldId="267"/>
            <ac:spMk id="2" creationId="{338D4BF4-AEFE-DC31-33C4-9E068D08A3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30145-0D7D-405C-A478-5A123EA64DB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7EE78-91B6-40E9-A57E-DDABF51A2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1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7EE78-91B6-40E9-A57E-DDABF51A2DC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069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BD03-6B85-32C8-9955-0F07634FC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352B9-CE08-3ECD-E8E5-2F761EABD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F4D80-C5DD-47DE-BA69-6DEDA9DA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EF926-4463-EDEF-9320-7AD341B9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8BED8-70D5-861E-0D56-CDDB610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30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4D1B-5D42-7792-5E65-1A027D69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95794-9FBD-746F-1C1D-7632A8925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82283-A220-0A43-6F7B-57756826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8194E-FB83-3DB9-72C9-9DFB2A64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A011F-2C88-D658-AED0-1A2E7A42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05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3252-CC22-3EC3-3315-B8575D57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27A77-77EC-3E15-EEE9-68D742746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E336-AD50-E1EC-D91D-6E37AEC45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102E8-B10D-EEBF-B14E-9C3CE541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F070C-CFAC-D7D0-B144-9A50EECB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59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D5BF-D1EE-1C12-6DFF-207FC111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BB1C-211A-68B6-A29A-35F85E4795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25301-8C37-BCBA-4E8E-6CC450006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6BABA-84FD-0993-F069-FFD2AB4F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6CEA0-859E-831D-87A6-2202457D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3AA22-56B5-9D3D-531F-F0A41F34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69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D560-274E-C302-8302-AF832B58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32343-5A14-280A-B007-891FDD761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CCBD4-A902-D99F-767B-9925436C4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5A8058-1F5F-8480-78D2-2ECFD98E8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3B04E-3187-8073-875E-E17C9C47B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6571A-93F2-59CF-4DF5-8C0C8600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83D94-3E0D-6221-B8EF-E23D0C13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3A1D0-75C6-A103-7D72-67C6FF19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35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48EA-A28D-585A-D06B-2D44B88C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F31D4-31F9-CF9D-23F5-AEE45E3E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CE245-4F91-1A96-8604-49E90EED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90F36-86B4-33E8-AB55-155D33A9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80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8074B-7468-892A-54F6-6898BC68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710BE-B1C0-88FD-EC54-F70B48B3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372CD-F6E7-75CF-0515-1062ACE8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9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F5C5-F7C4-AD6A-1E91-C0CDACB9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D177B-646F-C34C-2B83-3E693267F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0C3CF-C6CA-F663-3ED9-00E7916D1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B685F-9D0B-B410-FE05-8CEC43E1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DBA9A-04E4-41D9-BDEF-2B39351C7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3773-53D2-EB60-7A45-AE4C33C4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76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3A4D-7865-3CCA-B774-1E0E5CE6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A0EE3-C426-7511-72B8-DC5E88796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B6B5E-9C90-3683-6ED2-349B341D9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6340F-6FFF-22A3-6542-277FEAC0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1CEE7-2D35-8E5D-D1D6-00232CD7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38A20-487E-17F2-3058-265E1A58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33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2855-DCF2-BDAC-51A7-84268D2C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BF16C-29AF-356B-5F0D-56A57D778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3684-3EF4-FC5A-2356-D3573FCEB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C4DC9-82EA-B810-E908-DABBC1EC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56A83-BA9C-3DC1-C930-A050D57F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0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F253D2-69AD-81F3-A849-BB3D7627E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966CE-602A-8E15-C7E1-842FA6F8E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E83CD-D839-1859-56BC-DBA58C433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A039-610A-4FD0-4AFF-CD5D81AE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ADD69-8584-71B5-B0D8-2366D54D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85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ED7EA-8F6C-D6C2-40C1-5AB1FB5A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1EB10-D71C-3998-719B-356ECA44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39F9C-A1A1-8402-CDDF-8BAB9DD0E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8A901-0FE9-4769-BCCB-2CBA767A448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172B6-DD7E-586E-5759-8A2889BEC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5DD2-A99C-64B8-B5B2-A13F69DA3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EF430-496A-4E18-A378-7D5B28AB3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81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heerajpadarthi/personalized-exam-question-difficulty-datase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7" Type="http://schemas.openxmlformats.org/officeDocument/2006/relationships/hyperlink" Target="https://archive.ics.uci.edu/ml/index.php" TargetMode="External"/><Relationship Id="rId2" Type="http://schemas.openxmlformats.org/officeDocument/2006/relationships/hyperlink" Target="https://www.kaggle.com/datasets/dheerajpadarthi/personalized-exam-question-difficulty-dataset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oreilly.com/library/view/hands-on-machine-learning/9781492032632/" TargetMode="External"/><Relationship Id="rId5" Type="http://schemas.openxmlformats.org/officeDocument/2006/relationships/hyperlink" Target="https://github.com/padarthidheeraj-stack/exam-difficulty-predictor" TargetMode="External"/><Relationship Id="rId4" Type="http://schemas.openxmlformats.org/officeDocument/2006/relationships/hyperlink" Target="https://docs.python.org/3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E289-7E7D-A795-06E9-68DC7FD33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984" y="1189832"/>
            <a:ext cx="10905345" cy="63093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7B666-2AC6-92C5-19A2-A5604FD2B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2812" y="2077812"/>
            <a:ext cx="3512695" cy="490277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A550F-554F-CF93-A18C-7357A3C6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9" y="87053"/>
            <a:ext cx="4148807" cy="102208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DF9292F-3F5D-A68E-D920-472AA85BCBF0}"/>
              </a:ext>
            </a:extLst>
          </p:cNvPr>
          <p:cNvSpPr txBox="1">
            <a:spLocks/>
          </p:cNvSpPr>
          <p:nvPr/>
        </p:nvSpPr>
        <p:spPr>
          <a:xfrm>
            <a:off x="2588060" y="3282575"/>
            <a:ext cx="6504481" cy="1638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Exam Question Difficulty Predictor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C1A9FE6-6282-0945-27AE-498F54F12619}"/>
              </a:ext>
            </a:extLst>
          </p:cNvPr>
          <p:cNvSpPr txBox="1">
            <a:spLocks/>
          </p:cNvSpPr>
          <p:nvPr/>
        </p:nvSpPr>
        <p:spPr>
          <a:xfrm>
            <a:off x="7163053" y="5681684"/>
            <a:ext cx="6504481" cy="490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P. Dheeraj</a:t>
            </a:r>
          </a:p>
        </p:txBody>
      </p:sp>
    </p:spTree>
    <p:extLst>
      <p:ext uri="{BB962C8B-B14F-4D97-AF65-F5344CB8AC3E}">
        <p14:creationId xmlns:p14="http://schemas.microsoft.com/office/powerpoint/2010/main" val="288561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48B7-928D-7F89-29D9-75B9DF90A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966" y="217081"/>
            <a:ext cx="10315833" cy="89322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B2D574-97BE-A3B2-1317-997CF5372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64" y="543687"/>
            <a:ext cx="9368776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examination systems, question difficulty is fixed and does not adapt to individual student performance. This leads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students finding exams too easy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finding them too difficult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Ineffective evaluation of knowledge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is needed to classify question difficulty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😊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⚖️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38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11CE-7149-F281-E7CC-D38DBD8F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4003-5BA3-D2F3-D74E-9C718CDB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506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DC2E39-D5CB-07AB-131E-8A74DA874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84148"/>
            <a:ext cx="993345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student performance using Machine Learning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question difficulty (Easy / Medium / Hard)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structure dataset features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predictive models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vs Random Forest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 accuracy and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83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7C8D-0325-0378-D376-E695EF62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2B07-15BF-D68F-29BC-F3C8729B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428"/>
            <a:ext cx="10515600" cy="104485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BDE552-C29F-8FB0-BA74-B17776831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2208"/>
            <a:ext cx="9497992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widely used in: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data mining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systems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data improves prediction accuracy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(Random Forest) handle complex patterns better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25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3ADD-0589-F71C-CB7D-CEEA5D2C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2D70-8DBA-09C2-1B6B-E6E0FA61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278040"/>
            <a:ext cx="8941526" cy="68861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92E3F1-5A2A-E75A-A347-BFD409FB7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2" y="424408"/>
            <a:ext cx="9464038" cy="6309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data (time, score, attempts, accuracy)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classification (Easy / Medium / Hard)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21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9182-117D-DBCC-1B53-5F1BA1F9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9760-7617-152B-2D72-B6A4A123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1F7FF-6CF4-BAD4-50AD-6D9F1166A6F8}"/>
              </a:ext>
            </a:extLst>
          </p:cNvPr>
          <p:cNvSpPr txBox="1"/>
          <p:nvPr/>
        </p:nvSpPr>
        <p:spPr>
          <a:xfrm>
            <a:off x="795822" y="1733395"/>
            <a:ext cx="4284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Dataset used: student_question_data.csv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01F81-9BF1-1560-0565-82A93E18D89C}"/>
              </a:ext>
            </a:extLst>
          </p:cNvPr>
          <p:cNvSpPr txBox="1"/>
          <p:nvPr/>
        </p:nvSpPr>
        <p:spPr>
          <a:xfrm>
            <a:off x="838200" y="2060020"/>
            <a:ext cx="424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https://www.kaggle.com/datasets/dheerajpadarthi/personalized-exam-question-difficulty-dataset</a:t>
            </a:r>
            <a:endParaRPr lang="en-IN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B432A6-C32A-006B-CCDC-F9C8668E22E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3669" y="3015614"/>
            <a:ext cx="6344919" cy="35680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C8351D-0FBB-808A-5D9D-829A6773B82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764531" y="2338137"/>
            <a:ext cx="6344920" cy="4430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92EFB6-43AE-C6D0-AEBE-D03F5E63C7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81" y="89092"/>
            <a:ext cx="7080250" cy="223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46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21F3-D4F0-8846-A250-F942A6C8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8352-D828-D34B-4B74-D88D8B67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6" y="92596"/>
            <a:ext cx="9241373" cy="76308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599262-CEC7-2033-2EDA-BB987984D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6" y="37028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BE8E6-A799-D511-C6F0-C29AA2E75DF2}"/>
              </a:ext>
            </a:extLst>
          </p:cNvPr>
          <p:cNvSpPr txBox="1"/>
          <p:nvPr/>
        </p:nvSpPr>
        <p:spPr>
          <a:xfrm>
            <a:off x="0" y="856094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 student performance dataset from Kaggle / synthetic sources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 unnecessary columns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 missing values (if any)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Normalize and scale numerical features 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Selection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 important features: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time_taken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attempts,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past_accuracy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correct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data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 Logistic Regression model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 Random Forest model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patterns from student performance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new student data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predicts difficulty level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result as Easy / Medium / Hard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43E1F-C10E-9BDD-B21B-36538A71C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365" y="1287129"/>
            <a:ext cx="6425612" cy="42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33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CF67-11CB-DC9A-CCDE-4CBF17E6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2792-2E95-DE13-EA1F-696484E1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DF7BA-2ACC-391F-838D-9C00BC4DB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65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D655-9CE6-A59F-8F2F-0A579E46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25BB-BEE9-C33E-3476-10BA0762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84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Input  &amp;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DC7A8-2D37-719D-4C38-83A977F0A7BB}"/>
              </a:ext>
            </a:extLst>
          </p:cNvPr>
          <p:cNvSpPr txBox="1"/>
          <p:nvPr/>
        </p:nvSpPr>
        <p:spPr>
          <a:xfrm>
            <a:off x="756919" y="1644967"/>
            <a:ext cx="109798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student performance data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 Taken: 40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Correct Attempts: 1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Attempts: 1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Score: 80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Past Accuracy: 85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33E2BF-584E-F21B-C0EF-2AC6D5E8BB40}"/>
              </a:ext>
            </a:extLst>
          </p:cNvPr>
          <p:cNvSpPr txBox="1"/>
          <p:nvPr/>
        </p:nvSpPr>
        <p:spPr>
          <a:xfrm>
            <a:off x="5105400" y="229129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Difficulty Level: Easy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06876-4236-B39D-6E7B-9EE511466448}"/>
              </a:ext>
            </a:extLst>
          </p:cNvPr>
          <p:cNvSpPr txBox="1"/>
          <p:nvPr/>
        </p:nvSpPr>
        <p:spPr>
          <a:xfrm>
            <a:off x="756919" y="4155915"/>
            <a:ext cx="1078303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student performance data 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 Taken: 85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Correct Attempts: 0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Attempts: 3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Score: 60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Past Accuracy: 58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28454-C6A4-E810-112A-B540B4F78E2D}"/>
              </a:ext>
            </a:extLst>
          </p:cNvPr>
          <p:cNvSpPr txBox="1"/>
          <p:nvPr/>
        </p:nvSpPr>
        <p:spPr>
          <a:xfrm>
            <a:off x="5105400" y="46331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Difficulty Level: Hard </a:t>
            </a:r>
          </a:p>
        </p:txBody>
      </p:sp>
    </p:spTree>
    <p:extLst>
      <p:ext uri="{BB962C8B-B14F-4D97-AF65-F5344CB8AC3E}">
        <p14:creationId xmlns:p14="http://schemas.microsoft.com/office/powerpoint/2010/main" val="359157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12CA-B96A-088E-2878-96CE6F9C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079A1-844E-71F9-FEAD-DF8412B6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60" y="52213"/>
            <a:ext cx="10515600" cy="8540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C6CDD-022A-8EAB-632F-A261B49F7E6D}"/>
              </a:ext>
            </a:extLst>
          </p:cNvPr>
          <p:cNvSpPr txBox="1"/>
          <p:nvPr/>
        </p:nvSpPr>
        <p:spPr>
          <a:xfrm>
            <a:off x="254000" y="690881"/>
            <a:ext cx="11592560" cy="5687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Student Exam Performance Dataset 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https://www.kaggle.com/datasets/dheerajpadarthi/personalized-exam-questiondifficulty-dataset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Machine Learning in Python 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  https://scikit-learn.org/stable/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Official Documentation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https://docs.python.org/3/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Git hub link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https://github.com/padarthidheerajstack/exam-difficulty-predictor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 and Machine Learning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Christopher M. Bishop 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https://www.oreilly.com/library/view/hands-on-machinelearning/9781492032632/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https://archive.ics.uci.edu/ml/index.php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533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5CE8-7193-8BF4-FA35-D32A694F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4BF4-AEFE-DC31-33C4-9E068D08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080" y="2278505"/>
            <a:ext cx="3673839" cy="1975501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3629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543</Words>
  <Application>Microsoft Office PowerPoint</Application>
  <PresentationFormat>Widescreen</PresentationFormat>
  <Paragraphs>92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Department of Artificial Intelligence and Machine Learning</vt:lpstr>
      <vt:lpstr>Problem Statement</vt:lpstr>
      <vt:lpstr>Objectives</vt:lpstr>
      <vt:lpstr>Literature Survey</vt:lpstr>
      <vt:lpstr>Proposed System Overview</vt:lpstr>
      <vt:lpstr>Dataset Details</vt:lpstr>
      <vt:lpstr>System Architecture</vt:lpstr>
      <vt:lpstr>Tools &amp; Technologies</vt:lpstr>
      <vt:lpstr>Sample Input  &amp; Output</vt:lpstr>
      <vt:lpstr>References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harshini</dc:creator>
  <cp:lastModifiedBy>Padarthi Kavya</cp:lastModifiedBy>
  <cp:revision>2</cp:revision>
  <dcterms:created xsi:type="dcterms:W3CDTF">2026-03-28T06:23:25Z</dcterms:created>
  <dcterms:modified xsi:type="dcterms:W3CDTF">2026-05-03T18:08:03Z</dcterms:modified>
</cp:coreProperties>
</file>